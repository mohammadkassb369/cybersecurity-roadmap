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6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0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9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4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3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2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97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1692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43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1796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71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49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2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4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89965" y="382307"/>
            <a:ext cx="7772400" cy="1470025"/>
          </a:xfrm>
        </p:spPr>
        <p:txBody>
          <a:bodyPr>
            <a:normAutofit/>
          </a:bodyPr>
          <a:lstStyle/>
          <a:p>
            <a:r>
              <a:rPr dirty="0"/>
              <a:t>Cybersecurity Career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1635" y="1852332"/>
            <a:ext cx="6400800" cy="1752600"/>
          </a:xfrm>
        </p:spPr>
        <p:txBody>
          <a:bodyPr/>
          <a:lstStyle/>
          <a:p>
            <a:r>
              <a:rPr dirty="0"/>
              <a:t>A Comparative Study of Key Domains in Cybersecurity</a:t>
            </a:r>
          </a:p>
        </p:txBody>
      </p:sp>
      <p:pic>
        <p:nvPicPr>
          <p:cNvPr id="1026" name="Picture 2" descr="Helping to shape the RMIT Centre for Cyber Security Research and ...">
            <a:extLst>
              <a:ext uri="{FF2B5EF4-FFF2-40B4-BE49-F238E27FC236}">
                <a16:creationId xmlns:a16="http://schemas.microsoft.com/office/drawing/2014/main" id="{C3DD78BA-D880-FB00-F9AF-310C9673D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04932"/>
            <a:ext cx="4514850" cy="2705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F462AF-DC69-6409-EC58-E667B10C526B}"/>
              </a:ext>
            </a:extLst>
          </p:cNvPr>
          <p:cNvSpPr txBox="1"/>
          <p:nvPr/>
        </p:nvSpPr>
        <p:spPr>
          <a:xfrm>
            <a:off x="3435136" y="2359300"/>
            <a:ext cx="3947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Prepared by Eng. Mohammad Kassab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Network &amp; Infrastructure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3353"/>
            <a:ext cx="8591550" cy="52426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Network engineers, system admins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Strong with firewalls, routing, IDS/IPS</a:t>
            </a:r>
          </a:p>
          <a:p>
            <a:r>
              <a:rPr dirty="0"/>
              <a:t>Packet analysis and network logs</a:t>
            </a:r>
          </a:p>
          <a:p>
            <a:r>
              <a:rPr dirty="0"/>
              <a:t>Network segmentation and defense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Limited scripting and automation skills</a:t>
            </a:r>
          </a:p>
          <a:p>
            <a:r>
              <a:rPr dirty="0"/>
              <a:t>Less exposure to cloud-native tools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</a:t>
            </a:r>
            <a:r>
              <a:rPr dirty="0"/>
              <a:t>: SOC Analyst, Network Security Engineer, Perimeter Defense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CompTIA Security+</a:t>
            </a:r>
          </a:p>
          <a:p>
            <a:r>
              <a:rPr lang="en-US" dirty="0"/>
              <a:t>Cisco CCNA Security / CCNP Security</a:t>
            </a:r>
          </a:p>
          <a:p>
            <a:r>
              <a:rPr lang="en-US" dirty="0"/>
              <a:t>GIAC Network Security Professional (GNSP)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412377"/>
            <a:ext cx="6347713" cy="1320800"/>
          </a:xfrm>
        </p:spPr>
        <p:txBody>
          <a:bodyPr/>
          <a:lstStyle/>
          <a:p>
            <a:r>
              <a:rPr dirty="0"/>
              <a:t>Cloud &amp; System</a:t>
            </a:r>
            <a:r>
              <a:rPr lang="en-US" dirty="0"/>
              <a:t> </a:t>
            </a:r>
            <a:r>
              <a:rPr dirty="0"/>
              <a:t>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122" y="1733177"/>
            <a:ext cx="7966279" cy="4927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Cloud architects, sysadmins, DevOps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Expertise in cloud platforms (AWS, Azure, GCP)</a:t>
            </a:r>
          </a:p>
          <a:p>
            <a:r>
              <a:rPr dirty="0"/>
              <a:t>IAM, virtualization, hardening</a:t>
            </a:r>
          </a:p>
          <a:p>
            <a:r>
              <a:rPr dirty="0" err="1"/>
              <a:t>DevSecOps</a:t>
            </a:r>
            <a:r>
              <a:rPr dirty="0"/>
              <a:t> and automation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Less traditional blue-team experience</a:t>
            </a:r>
          </a:p>
          <a:p>
            <a:r>
              <a:rPr dirty="0"/>
              <a:t>Can miss legacy system threats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/>
              <a:t>Cloud Security Engineer, IAM Architect, </a:t>
            </a:r>
            <a:r>
              <a:rPr dirty="0" err="1"/>
              <a:t>DevSecOps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AWS Certified Security – Specialty</a:t>
            </a:r>
          </a:p>
          <a:p>
            <a:r>
              <a:rPr lang="en-US" dirty="0"/>
              <a:t>Microsoft Certified: Azure Security Engineer Associate</a:t>
            </a:r>
          </a:p>
          <a:p>
            <a:r>
              <a:rPr lang="en-US" dirty="0"/>
              <a:t>Google Professional Cloud Security Engineer</a:t>
            </a:r>
          </a:p>
          <a:p>
            <a:r>
              <a:rPr lang="en-US" dirty="0" err="1"/>
              <a:t>HashiCorp</a:t>
            </a:r>
            <a:r>
              <a:rPr lang="en-US" dirty="0"/>
              <a:t> Certified: Terraform Associate (for </a:t>
            </a:r>
            <a:r>
              <a:rPr lang="en-US" dirty="0" err="1"/>
              <a:t>DevSecOps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Penetration Testing / Offensive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66355"/>
            <a:ext cx="6813177" cy="45719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Ethical hackers, red teamers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Attacker mindset, exploit knowledge</a:t>
            </a:r>
          </a:p>
          <a:p>
            <a:r>
              <a:rPr dirty="0"/>
              <a:t>Web and app testing, social engineering</a:t>
            </a:r>
          </a:p>
          <a:p>
            <a:r>
              <a:rPr dirty="0"/>
              <a:t>Purple teaming capabilities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May underplay defense and documentation</a:t>
            </a:r>
          </a:p>
          <a:p>
            <a:r>
              <a:rPr dirty="0"/>
              <a:t>Not always familiar with compliance standards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 err="1"/>
              <a:t>PenTester</a:t>
            </a:r>
            <a:r>
              <a:rPr dirty="0"/>
              <a:t>, Red Team Operator, Vulnerability Researcher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Offensive Security Certified Professional (OSCP)</a:t>
            </a:r>
          </a:p>
          <a:p>
            <a:r>
              <a:rPr lang="en-US" dirty="0"/>
              <a:t>GIAC Penetration Tester (GPEN)</a:t>
            </a:r>
          </a:p>
          <a:p>
            <a:r>
              <a:rPr lang="en-US" dirty="0"/>
              <a:t>Certified Ethical Hacker (CEH)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Governance, Risk, and Compliance (GRC)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48425"/>
            <a:ext cx="7189695" cy="46974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Risk managers, auditors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Policy, risk, and compliance frameworks</a:t>
            </a:r>
          </a:p>
          <a:p>
            <a:r>
              <a:rPr dirty="0"/>
              <a:t>Strong strategic security alignment</a:t>
            </a:r>
          </a:p>
          <a:p>
            <a:r>
              <a:rPr dirty="0"/>
              <a:t>Business and regulatory communication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Limited hands-on technical experience</a:t>
            </a:r>
          </a:p>
          <a:p>
            <a:r>
              <a:rPr dirty="0"/>
              <a:t>Weak in real-time incident analysis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/>
              <a:t>GRC Analyst, Compliance Officer, </a:t>
            </a:r>
            <a:r>
              <a:rPr dirty="0" err="1"/>
              <a:t>vCISO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Certified Information Systems Auditor (CISA)</a:t>
            </a:r>
          </a:p>
          <a:p>
            <a:r>
              <a:rPr lang="en-US" dirty="0"/>
              <a:t>Certified in Risk and Information Systems Control (CRISC)</a:t>
            </a:r>
          </a:p>
          <a:p>
            <a:r>
              <a:rPr lang="en-US" dirty="0"/>
              <a:t>ISO/IEC 27001 Lead Implementer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Digital Forensics and Incident Response (DFIR)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777319" cy="42760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Origin: </a:t>
            </a:r>
            <a:r>
              <a:rPr dirty="0"/>
              <a:t>Forensics, law enforcement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r>
              <a:rPr dirty="0"/>
              <a:t>Deep investigative skills</a:t>
            </a:r>
          </a:p>
          <a:p>
            <a:r>
              <a:rPr dirty="0"/>
              <a:t>Memory/disk forensics, malware analysis</a:t>
            </a:r>
          </a:p>
          <a:p>
            <a:r>
              <a:rPr dirty="0"/>
              <a:t>Strong under pressure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Weaknesses:</a:t>
            </a:r>
          </a:p>
          <a:p>
            <a:r>
              <a:rPr dirty="0"/>
              <a:t>Tools can be expensive and complex</a:t>
            </a:r>
          </a:p>
          <a:p>
            <a:r>
              <a:rPr dirty="0"/>
              <a:t>Sometimes too reactive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Ideal Roles: </a:t>
            </a:r>
            <a:r>
              <a:rPr dirty="0"/>
              <a:t>IR Specialist, Threat Hunter, Malware Analyst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GIAC Certified Forensic Analyst (GCFA)</a:t>
            </a:r>
          </a:p>
          <a:p>
            <a:r>
              <a:rPr lang="en-US" dirty="0"/>
              <a:t>Certified Incident Handler (GCIH)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61037"/>
            <a:ext cx="6347713" cy="1320800"/>
          </a:xfrm>
        </p:spPr>
        <p:txBody>
          <a:bodyPr>
            <a:normAutofit/>
          </a:bodyPr>
          <a:lstStyle/>
          <a:p>
            <a:r>
              <a:rPr dirty="0"/>
              <a:t>Secure Development / Application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35085"/>
            <a:ext cx="7046260" cy="4455363"/>
          </a:xfrm>
        </p:spPr>
        <p:txBody>
          <a:bodyPr>
            <a:normAutofit fontScale="25000" lnSpcReduction="20000"/>
          </a:bodyPr>
          <a:lstStyle/>
          <a:p>
            <a:pPr marL="34290" indent="0">
              <a:buNone/>
            </a:pPr>
            <a:r>
              <a:rPr sz="4800" b="1" dirty="0"/>
              <a:t>Origin: </a:t>
            </a:r>
            <a:r>
              <a:rPr sz="4800" dirty="0"/>
              <a:t>Software developers, engineers</a:t>
            </a:r>
          </a:p>
          <a:p>
            <a:endParaRPr sz="4800" dirty="0"/>
          </a:p>
          <a:p>
            <a:pPr marL="34290" indent="0">
              <a:buNone/>
            </a:pPr>
            <a:r>
              <a:rPr sz="4800" b="1" dirty="0"/>
              <a:t>Strengths:</a:t>
            </a:r>
          </a:p>
          <a:p>
            <a:r>
              <a:rPr sz="4800" dirty="0"/>
              <a:t>Secure coding practices, SDLC integration</a:t>
            </a:r>
          </a:p>
          <a:p>
            <a:r>
              <a:rPr sz="4800" dirty="0"/>
              <a:t>CI/CD pipeline security</a:t>
            </a:r>
          </a:p>
          <a:p>
            <a:r>
              <a:rPr sz="4800" dirty="0"/>
              <a:t>API and mobile app testing</a:t>
            </a:r>
          </a:p>
          <a:p>
            <a:endParaRPr sz="4800" dirty="0"/>
          </a:p>
          <a:p>
            <a:pPr marL="34290" indent="0">
              <a:buNone/>
            </a:pPr>
            <a:r>
              <a:rPr sz="4800" b="1" dirty="0"/>
              <a:t>Weaknesses</a:t>
            </a:r>
            <a:r>
              <a:rPr sz="4800" dirty="0"/>
              <a:t>:</a:t>
            </a:r>
          </a:p>
          <a:p>
            <a:r>
              <a:rPr sz="4800" dirty="0"/>
              <a:t>Limited in infrastructure/network knowledge</a:t>
            </a:r>
          </a:p>
          <a:p>
            <a:r>
              <a:rPr sz="4800" dirty="0"/>
              <a:t>May lack blue team knowledge</a:t>
            </a:r>
          </a:p>
          <a:p>
            <a:endParaRPr sz="4800" dirty="0"/>
          </a:p>
          <a:p>
            <a:pPr marL="34290" indent="0">
              <a:buNone/>
            </a:pPr>
            <a:r>
              <a:rPr sz="4800" b="1" dirty="0"/>
              <a:t>Ideal Roles: </a:t>
            </a:r>
            <a:r>
              <a:rPr sz="4800" dirty="0"/>
              <a:t>AppSec Engineer, </a:t>
            </a:r>
            <a:r>
              <a:rPr sz="4800" dirty="0" err="1"/>
              <a:t>DevSecOps</a:t>
            </a:r>
            <a:r>
              <a:rPr sz="4800" dirty="0"/>
              <a:t>, Bug Bounty Researcher</a:t>
            </a:r>
            <a:endParaRPr lang="en-US" sz="4800" dirty="0"/>
          </a:p>
          <a:p>
            <a:pPr>
              <a:buNone/>
            </a:pPr>
            <a:r>
              <a:rPr lang="en-US" sz="4800" b="1" dirty="0"/>
              <a:t>Certifications</a:t>
            </a:r>
            <a:r>
              <a:rPr lang="en-US" sz="4800" dirty="0"/>
              <a:t>:</a:t>
            </a:r>
          </a:p>
          <a:p>
            <a:r>
              <a:rPr lang="en-US" sz="4800" dirty="0"/>
              <a:t>Certified Secure Software Lifecycle Professional (CSSLP)</a:t>
            </a:r>
          </a:p>
          <a:p>
            <a:r>
              <a:rPr lang="en-US" sz="4800" dirty="0"/>
              <a:t>GIAC Web Application Penetration Tester (GWAPT)</a:t>
            </a:r>
          </a:p>
          <a:p>
            <a:r>
              <a:rPr lang="en-US" sz="4800" dirty="0"/>
              <a:t>OWASP Top Ten and </a:t>
            </a:r>
            <a:r>
              <a:rPr lang="en-US" sz="4800" dirty="0" err="1"/>
              <a:t>DevSecOps</a:t>
            </a:r>
            <a:r>
              <a:rPr lang="en-US" sz="4800" dirty="0"/>
              <a:t> courses</a:t>
            </a:r>
          </a:p>
          <a:p>
            <a:pPr marL="3429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52282"/>
            <a:ext cx="6526307" cy="4589081"/>
          </a:xfrm>
        </p:spPr>
        <p:txBody>
          <a:bodyPr>
            <a:normAutofit fontScale="70000" lnSpcReduction="20000"/>
          </a:bodyPr>
          <a:lstStyle/>
          <a:p>
            <a:pPr marL="34290" indent="0">
              <a:buNone/>
            </a:pPr>
            <a:r>
              <a:rPr b="1" dirty="0"/>
              <a:t>Origin: </a:t>
            </a:r>
            <a:r>
              <a:rPr dirty="0"/>
              <a:t>OSINT researchers, analysts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Strengths:</a:t>
            </a:r>
          </a:p>
          <a:p>
            <a:r>
              <a:rPr dirty="0"/>
              <a:t>Actor profiling, MITRE ATT&amp;CK</a:t>
            </a:r>
          </a:p>
          <a:p>
            <a:r>
              <a:rPr dirty="0"/>
              <a:t>Strategic intelligence reporting</a:t>
            </a:r>
          </a:p>
          <a:p>
            <a:r>
              <a:rPr dirty="0"/>
              <a:t>OSINT and geopolitical awareness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Weaknesses:</a:t>
            </a:r>
          </a:p>
          <a:p>
            <a:r>
              <a:rPr dirty="0"/>
              <a:t>Can lack technical depth</a:t>
            </a:r>
          </a:p>
          <a:p>
            <a:r>
              <a:rPr dirty="0"/>
              <a:t>Not always integrated with operations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Ideal Roles: </a:t>
            </a:r>
            <a:r>
              <a:rPr dirty="0"/>
              <a:t>Threat Intelligence Analyst, Hunter, Security Researcher</a:t>
            </a: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GIAC Cyber Threat Intelligence (GCTI)</a:t>
            </a:r>
          </a:p>
          <a:p>
            <a:r>
              <a:rPr lang="en-US" dirty="0"/>
              <a:t>CREST Threat Intelligence Analyst</a:t>
            </a:r>
          </a:p>
          <a:p>
            <a:r>
              <a:rPr lang="en-US" dirty="0"/>
              <a:t>SANS FOR578: Cyber Threat Intelligence</a:t>
            </a:r>
          </a:p>
          <a:p>
            <a:pPr marL="3429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Academic / Theoretical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3318"/>
            <a:ext cx="7225554" cy="4598045"/>
          </a:xfrm>
        </p:spPr>
        <p:txBody>
          <a:bodyPr>
            <a:normAutofit fontScale="70000" lnSpcReduction="20000"/>
          </a:bodyPr>
          <a:lstStyle/>
          <a:p>
            <a:pPr marL="34290" indent="0">
              <a:buNone/>
            </a:pPr>
            <a:r>
              <a:rPr b="1" dirty="0"/>
              <a:t>Origin: </a:t>
            </a:r>
            <a:r>
              <a:rPr dirty="0"/>
              <a:t>University, PhDs, researchers</a:t>
            </a:r>
          </a:p>
          <a:p>
            <a:pPr marL="34290" indent="0">
              <a:buNone/>
            </a:pPr>
            <a:r>
              <a:rPr b="1" dirty="0"/>
              <a:t>Strengths:</a:t>
            </a:r>
          </a:p>
          <a:p>
            <a:r>
              <a:rPr dirty="0"/>
              <a:t>Cryptography, ML/AI in security</a:t>
            </a:r>
          </a:p>
          <a:p>
            <a:r>
              <a:rPr dirty="0"/>
              <a:t>Protocol analysis, privacy engineering</a:t>
            </a:r>
          </a:p>
          <a:p>
            <a:r>
              <a:rPr dirty="0"/>
              <a:t>Research-driven approach</a:t>
            </a:r>
            <a:endParaRPr lang="en-US" dirty="0"/>
          </a:p>
          <a:p>
            <a:endParaRPr dirty="0"/>
          </a:p>
          <a:p>
            <a:pPr marL="34290" indent="0">
              <a:buNone/>
            </a:pPr>
            <a:r>
              <a:rPr b="1" dirty="0"/>
              <a:t>Weaknesses:</a:t>
            </a:r>
          </a:p>
          <a:p>
            <a:r>
              <a:rPr dirty="0"/>
              <a:t>Lack of operational experience</a:t>
            </a:r>
          </a:p>
          <a:p>
            <a:r>
              <a:rPr dirty="0"/>
              <a:t>May not understand real-time challenges</a:t>
            </a:r>
          </a:p>
          <a:p>
            <a:endParaRPr dirty="0"/>
          </a:p>
          <a:p>
            <a:pPr marL="34290" indent="0">
              <a:buNone/>
            </a:pPr>
            <a:r>
              <a:rPr b="1" dirty="0"/>
              <a:t>Ideal Roles: </a:t>
            </a:r>
            <a:r>
              <a:rPr dirty="0"/>
              <a:t>Security Researcher, Cryptographer, Product Security</a:t>
            </a:r>
            <a:endParaRPr lang="en-US" dirty="0"/>
          </a:p>
          <a:p>
            <a:pPr marL="3429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Certifications</a:t>
            </a:r>
            <a:r>
              <a:rPr lang="en-US" dirty="0"/>
              <a:t>:</a:t>
            </a:r>
          </a:p>
          <a:p>
            <a:r>
              <a:rPr lang="en-US" dirty="0"/>
              <a:t>(Optional, often degree or research-driven)</a:t>
            </a:r>
          </a:p>
          <a:p>
            <a:r>
              <a:rPr lang="en-US" dirty="0"/>
              <a:t>Advanced Cryptography MOOCs (Coursera, edX)</a:t>
            </a:r>
          </a:p>
          <a:p>
            <a:r>
              <a:rPr lang="en-US" dirty="0"/>
              <a:t>CISSP (for theory-to-practice application)</a:t>
            </a:r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603</Words>
  <Application>Microsoft Office PowerPoint</Application>
  <PresentationFormat>On-screen Show (4:3)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Cybersecurity Career</vt:lpstr>
      <vt:lpstr>Network &amp; Infrastructure Security</vt:lpstr>
      <vt:lpstr>Cloud &amp; System Administration</vt:lpstr>
      <vt:lpstr>Penetration Testing / Offensive Security</vt:lpstr>
      <vt:lpstr>Governance, Risk, and Compliance (GRC)</vt:lpstr>
      <vt:lpstr>Digital Forensics and Incident Response (DFIR)</vt:lpstr>
      <vt:lpstr>Secure Development / Application Security</vt:lpstr>
      <vt:lpstr>Threat Intelligence</vt:lpstr>
      <vt:lpstr>Academic / Theoretical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Mohammad Kassab</dc:creator>
  <cp:keywords/>
  <dc:description>generated using python-pptx</dc:description>
  <cp:lastModifiedBy>Mohammad Kassab</cp:lastModifiedBy>
  <cp:revision>2</cp:revision>
  <dcterms:created xsi:type="dcterms:W3CDTF">2013-01-27T09:14:16Z</dcterms:created>
  <dcterms:modified xsi:type="dcterms:W3CDTF">2025-05-16T07:08:38Z</dcterms:modified>
  <cp:category/>
</cp:coreProperties>
</file>